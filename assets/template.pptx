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7" autoAdjust="0"/>
    <p:restoredTop sz="94660"/>
  </p:normalViewPr>
  <p:slideViewPr>
    <p:cSldViewPr snapToGrid="0">
      <p:cViewPr varScale="1">
        <p:scale>
          <a:sx n="57" d="100"/>
          <a:sy n="57" d="100"/>
        </p:scale>
        <p:origin x="2226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60E48EF-842B-C528-903B-5BAD92AFD4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-36724" y="3286216"/>
            <a:ext cx="6602776" cy="1032391"/>
          </a:xfrm>
          <a:prstGeom prst="rect">
            <a:avLst/>
          </a:prstGeom>
        </p:spPr>
        <p:txBody>
          <a:bodyPr/>
          <a:lstStyle>
            <a:lvl1pPr algn="ctr">
              <a:defRPr cap="small" baseline="0"/>
            </a:lvl1pPr>
          </a:lstStyle>
          <a:p>
            <a:pPr lvl="0"/>
            <a:r>
              <a:rPr lang="en-US" dirty="0"/>
              <a:t>Student Name</a:t>
            </a:r>
            <a:endParaRPr lang="en-AU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718CFD96-A9F0-581B-DD3B-F9B435715D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-36724" y="4213471"/>
            <a:ext cx="6602776" cy="1032391"/>
          </a:xfrm>
          <a:prstGeom prst="rect">
            <a:avLst/>
          </a:prstGeom>
        </p:spPr>
        <p:txBody>
          <a:bodyPr/>
          <a:lstStyle>
            <a:lvl1pPr algn="ctr">
              <a:defRPr sz="2000" cap="small" baseline="0"/>
            </a:lvl1pPr>
          </a:lstStyle>
          <a:p>
            <a:pPr lvl="0"/>
            <a:r>
              <a:rPr lang="en-US" dirty="0"/>
              <a:t>Student Year</a:t>
            </a:r>
            <a:endParaRPr lang="en-A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E92D6A-0961-E903-BCE0-07EAE9990EDA}"/>
              </a:ext>
            </a:extLst>
          </p:cNvPr>
          <p:cNvSpPr txBox="1"/>
          <p:nvPr userDrawn="1"/>
        </p:nvSpPr>
        <p:spPr>
          <a:xfrm>
            <a:off x="135875" y="5719817"/>
            <a:ext cx="657339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00" b="1" i="1" cap="small" dirty="0">
                <a:latin typeface="Arial Nova Light" panose="020B0304020202020204" pitchFamily="34" charset="0"/>
              </a:rPr>
              <a:t>1</a:t>
            </a:r>
            <a:r>
              <a:rPr lang="en-US" sz="3800" b="1" i="1" cap="small" baseline="30000" dirty="0">
                <a:latin typeface="Arial Nova Light" panose="020B0304020202020204" pitchFamily="34" charset="0"/>
              </a:rPr>
              <a:t>st</a:t>
            </a:r>
            <a:r>
              <a:rPr lang="en-US" sz="3800" b="1" i="1" cap="small" dirty="0">
                <a:latin typeface="Arial Nova Light" panose="020B0304020202020204" pitchFamily="34" charset="0"/>
              </a:rPr>
              <a:t> in Course</a:t>
            </a:r>
            <a:endParaRPr lang="en-AU" sz="3800" b="1" i="1" cap="small" dirty="0">
              <a:latin typeface="Arial Nova Light" panose="020B0304020202020204" pitchFamily="34" charset="0"/>
            </a:endParaRP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6A827B95-FFE2-5DC4-EDF3-1159F8ED61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36724" y="6911930"/>
            <a:ext cx="6602776" cy="1032391"/>
          </a:xfrm>
          <a:prstGeom prst="rect">
            <a:avLst/>
          </a:prstGeom>
        </p:spPr>
        <p:txBody>
          <a:bodyPr/>
          <a:lstStyle>
            <a:lvl1pPr algn="ctr">
              <a:defRPr sz="4400" b="1" i="1" cap="small" baseline="0"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 dirty="0"/>
              <a:t>Subject</a:t>
            </a:r>
            <a:endParaRPr lang="en-AU" dirty="0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480DA231-1993-954B-E7F9-AB6BED8A4C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36724" y="8477233"/>
            <a:ext cx="6602776" cy="743429"/>
          </a:xfrm>
          <a:prstGeom prst="rect">
            <a:avLst/>
          </a:prstGeom>
        </p:spPr>
        <p:txBody>
          <a:bodyPr/>
          <a:lstStyle>
            <a:lvl1pPr algn="ctr">
              <a:defRPr sz="3600" b="1" cap="small" baseline="0"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 dirty="0"/>
              <a:t>Calendar Year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84331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o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60E48EF-842B-C528-903B-5BAD92AFD4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-36724" y="3286216"/>
            <a:ext cx="6602776" cy="1032391"/>
          </a:xfrm>
          <a:prstGeom prst="rect">
            <a:avLst/>
          </a:prstGeom>
        </p:spPr>
        <p:txBody>
          <a:bodyPr/>
          <a:lstStyle>
            <a:lvl1pPr algn="ctr">
              <a:defRPr cap="small" baseline="0"/>
            </a:lvl1pPr>
          </a:lstStyle>
          <a:p>
            <a:pPr lvl="0"/>
            <a:r>
              <a:rPr lang="en-US" dirty="0"/>
              <a:t>Student Name</a:t>
            </a:r>
            <a:endParaRPr lang="en-AU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718CFD96-A9F0-581B-DD3B-F9B435715D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-36724" y="4213471"/>
            <a:ext cx="6602776" cy="1032391"/>
          </a:xfrm>
          <a:prstGeom prst="rect">
            <a:avLst/>
          </a:prstGeom>
        </p:spPr>
        <p:txBody>
          <a:bodyPr/>
          <a:lstStyle>
            <a:lvl1pPr algn="ctr">
              <a:defRPr sz="2000" cap="small" baseline="0"/>
            </a:lvl1pPr>
          </a:lstStyle>
          <a:p>
            <a:pPr lvl="0"/>
            <a:r>
              <a:rPr lang="en-US" dirty="0"/>
              <a:t>Student Year</a:t>
            </a:r>
            <a:endParaRPr lang="en-A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E92D6A-0961-E903-BCE0-07EAE9990EDA}"/>
              </a:ext>
            </a:extLst>
          </p:cNvPr>
          <p:cNvSpPr txBox="1"/>
          <p:nvPr userDrawn="1"/>
        </p:nvSpPr>
        <p:spPr>
          <a:xfrm>
            <a:off x="135875" y="5719817"/>
            <a:ext cx="657339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00" b="1" i="1" cap="small" dirty="0">
                <a:latin typeface="Arial Nova Light" panose="020B0304020202020204" pitchFamily="34" charset="0"/>
              </a:rPr>
              <a:t>2</a:t>
            </a:r>
            <a:r>
              <a:rPr lang="en-US" sz="3800" b="1" i="1" cap="small" baseline="30000" dirty="0">
                <a:latin typeface="Arial Nova Light" panose="020B0304020202020204" pitchFamily="34" charset="0"/>
              </a:rPr>
              <a:t>nd</a:t>
            </a:r>
            <a:r>
              <a:rPr lang="en-US" sz="3800" b="1" i="1" cap="small" dirty="0">
                <a:latin typeface="Arial Nova Light" panose="020B0304020202020204" pitchFamily="34" charset="0"/>
              </a:rPr>
              <a:t> in Course</a:t>
            </a:r>
            <a:endParaRPr lang="en-AU" sz="3800" b="1" i="1" cap="small" dirty="0">
              <a:latin typeface="Arial Nova Light" panose="020B0304020202020204" pitchFamily="34" charset="0"/>
            </a:endParaRP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6A827B95-FFE2-5DC4-EDF3-1159F8ED61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36724" y="6911930"/>
            <a:ext cx="6602776" cy="1032391"/>
          </a:xfrm>
          <a:prstGeom prst="rect">
            <a:avLst/>
          </a:prstGeom>
        </p:spPr>
        <p:txBody>
          <a:bodyPr/>
          <a:lstStyle>
            <a:lvl1pPr algn="ctr">
              <a:defRPr sz="4400" b="1" i="1" cap="small" baseline="0"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 dirty="0"/>
              <a:t>Subject</a:t>
            </a:r>
            <a:endParaRPr lang="en-AU" dirty="0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480DA231-1993-954B-E7F9-AB6BED8A4C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36724" y="8477233"/>
            <a:ext cx="6602776" cy="743429"/>
          </a:xfrm>
          <a:prstGeom prst="rect">
            <a:avLst/>
          </a:prstGeom>
        </p:spPr>
        <p:txBody>
          <a:bodyPr/>
          <a:lstStyle>
            <a:lvl1pPr algn="ctr">
              <a:defRPr sz="3600" b="1" cap="small" baseline="0"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 dirty="0"/>
              <a:t>Calendar Year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512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60E48EF-842B-C528-903B-5BAD92AFD4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-36724" y="3286216"/>
            <a:ext cx="6602776" cy="1032391"/>
          </a:xfrm>
          <a:prstGeom prst="rect">
            <a:avLst/>
          </a:prstGeom>
        </p:spPr>
        <p:txBody>
          <a:bodyPr/>
          <a:lstStyle>
            <a:lvl1pPr algn="ctr">
              <a:defRPr cap="small" baseline="0"/>
            </a:lvl1pPr>
          </a:lstStyle>
          <a:p>
            <a:pPr lvl="0"/>
            <a:r>
              <a:rPr lang="en-US" dirty="0"/>
              <a:t>Student Name</a:t>
            </a:r>
            <a:endParaRPr lang="en-AU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718CFD96-A9F0-581B-DD3B-F9B435715D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-36724" y="4213471"/>
            <a:ext cx="6602776" cy="1032391"/>
          </a:xfrm>
          <a:prstGeom prst="rect">
            <a:avLst/>
          </a:prstGeom>
        </p:spPr>
        <p:txBody>
          <a:bodyPr/>
          <a:lstStyle>
            <a:lvl1pPr algn="ctr">
              <a:defRPr sz="2000" cap="small" baseline="0"/>
            </a:lvl1pPr>
          </a:lstStyle>
          <a:p>
            <a:pPr lvl="0"/>
            <a:r>
              <a:rPr lang="en-US" dirty="0"/>
              <a:t>Student Year</a:t>
            </a:r>
            <a:endParaRPr lang="en-A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E92D6A-0961-E903-BCE0-07EAE9990EDA}"/>
              </a:ext>
            </a:extLst>
          </p:cNvPr>
          <p:cNvSpPr txBox="1"/>
          <p:nvPr userDrawn="1"/>
        </p:nvSpPr>
        <p:spPr>
          <a:xfrm>
            <a:off x="135875" y="5719817"/>
            <a:ext cx="657339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00" b="1" i="1" cap="small" dirty="0">
                <a:latin typeface="Arial Nova Light" panose="020B0304020202020204" pitchFamily="34" charset="0"/>
              </a:rPr>
              <a:t>3</a:t>
            </a:r>
            <a:r>
              <a:rPr lang="en-US" sz="3800" b="1" i="1" cap="small" baseline="30000" dirty="0">
                <a:latin typeface="Arial Nova Light" panose="020B0304020202020204" pitchFamily="34" charset="0"/>
              </a:rPr>
              <a:t>rd</a:t>
            </a:r>
            <a:r>
              <a:rPr lang="en-US" sz="3800" b="1" i="1" cap="small" dirty="0">
                <a:latin typeface="Arial Nova Light" panose="020B0304020202020204" pitchFamily="34" charset="0"/>
              </a:rPr>
              <a:t> in Course</a:t>
            </a:r>
            <a:endParaRPr lang="en-AU" sz="3800" b="1" i="1" cap="small" dirty="0">
              <a:latin typeface="Arial Nova Light" panose="020B0304020202020204" pitchFamily="34" charset="0"/>
            </a:endParaRP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6A827B95-FFE2-5DC4-EDF3-1159F8ED61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36724" y="6911930"/>
            <a:ext cx="6602776" cy="1032391"/>
          </a:xfrm>
          <a:prstGeom prst="rect">
            <a:avLst/>
          </a:prstGeom>
        </p:spPr>
        <p:txBody>
          <a:bodyPr/>
          <a:lstStyle>
            <a:lvl1pPr algn="ctr">
              <a:defRPr sz="4400" b="1" i="1" cap="small" baseline="0"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 dirty="0"/>
              <a:t>Subject</a:t>
            </a:r>
            <a:endParaRPr lang="en-AU" dirty="0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480DA231-1993-954B-E7F9-AB6BED8A4C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36724" y="8477233"/>
            <a:ext cx="6602776" cy="743429"/>
          </a:xfrm>
          <a:prstGeom prst="rect">
            <a:avLst/>
          </a:prstGeom>
        </p:spPr>
        <p:txBody>
          <a:bodyPr/>
          <a:lstStyle>
            <a:lvl1pPr algn="ctr">
              <a:defRPr sz="3600" b="1" cap="small" baseline="0"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 dirty="0"/>
              <a:t>Calendar Year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19929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mend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60E48EF-842B-C528-903B-5BAD92AFD4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-36724" y="3286216"/>
            <a:ext cx="6602776" cy="1032391"/>
          </a:xfrm>
          <a:prstGeom prst="rect">
            <a:avLst/>
          </a:prstGeom>
        </p:spPr>
        <p:txBody>
          <a:bodyPr/>
          <a:lstStyle>
            <a:lvl1pPr algn="ctr">
              <a:defRPr cap="small" baseline="0"/>
            </a:lvl1pPr>
          </a:lstStyle>
          <a:p>
            <a:pPr lvl="0"/>
            <a:r>
              <a:rPr lang="en-US" dirty="0"/>
              <a:t>Student Name</a:t>
            </a:r>
            <a:endParaRPr lang="en-AU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718CFD96-A9F0-581B-DD3B-F9B435715D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-36724" y="4213471"/>
            <a:ext cx="6602776" cy="1032391"/>
          </a:xfrm>
          <a:prstGeom prst="rect">
            <a:avLst/>
          </a:prstGeom>
        </p:spPr>
        <p:txBody>
          <a:bodyPr/>
          <a:lstStyle>
            <a:lvl1pPr algn="ctr">
              <a:defRPr sz="2000" cap="small" baseline="0"/>
            </a:lvl1pPr>
          </a:lstStyle>
          <a:p>
            <a:pPr lvl="0"/>
            <a:r>
              <a:rPr lang="en-US" dirty="0"/>
              <a:t>Student Year</a:t>
            </a:r>
            <a:endParaRPr lang="en-A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E92D6A-0961-E903-BCE0-07EAE9990EDA}"/>
              </a:ext>
            </a:extLst>
          </p:cNvPr>
          <p:cNvSpPr txBox="1"/>
          <p:nvPr userDrawn="1"/>
        </p:nvSpPr>
        <p:spPr>
          <a:xfrm>
            <a:off x="135875" y="5719817"/>
            <a:ext cx="657339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00" b="1" i="1" cap="small" dirty="0">
                <a:latin typeface="Arial Nova Light" panose="020B0304020202020204" pitchFamily="34" charset="0"/>
              </a:rPr>
              <a:t>Commendation</a:t>
            </a:r>
            <a:endParaRPr lang="en-AU" sz="3800" b="1" i="1" cap="small" dirty="0">
              <a:latin typeface="Arial Nova Light" panose="020B0304020202020204" pitchFamily="34" charset="0"/>
            </a:endParaRP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6A827B95-FFE2-5DC4-EDF3-1159F8ED61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36724" y="6911930"/>
            <a:ext cx="6602776" cy="1032391"/>
          </a:xfrm>
          <a:prstGeom prst="rect">
            <a:avLst/>
          </a:prstGeom>
        </p:spPr>
        <p:txBody>
          <a:bodyPr/>
          <a:lstStyle>
            <a:lvl1pPr algn="ctr">
              <a:defRPr sz="4400" b="1" i="1" cap="small" baseline="0"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 dirty="0"/>
              <a:t>Subject</a:t>
            </a:r>
            <a:endParaRPr lang="en-AU" dirty="0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480DA231-1993-954B-E7F9-AB6BED8A4C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36724" y="8477233"/>
            <a:ext cx="6602776" cy="743429"/>
          </a:xfrm>
          <a:prstGeom prst="rect">
            <a:avLst/>
          </a:prstGeom>
        </p:spPr>
        <p:txBody>
          <a:bodyPr/>
          <a:lstStyle>
            <a:lvl1pPr algn="ctr">
              <a:defRPr sz="3600" b="1" cap="small" baseline="0"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 dirty="0"/>
              <a:t>Calendar Year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48653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white rectangular object with a black border&#10;&#10;AI-generated content may be incorrect.">
            <a:extLst>
              <a:ext uri="{FF2B5EF4-FFF2-40B4-BE49-F238E27FC236}">
                <a16:creationId xmlns:a16="http://schemas.microsoft.com/office/drawing/2014/main" id="{95E9F5B9-8E6F-AED9-ED90-202FA7D7AD1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" y="18401"/>
            <a:ext cx="6854400" cy="9869198"/>
          </a:xfrm>
          <a:prstGeom prst="rect">
            <a:avLst/>
          </a:prstGeom>
        </p:spPr>
      </p:pic>
      <p:pic>
        <p:nvPicPr>
          <p:cNvPr id="2049" name="Picture 1">
            <a:extLst>
              <a:ext uri="{FF2B5EF4-FFF2-40B4-BE49-F238E27FC236}">
                <a16:creationId xmlns:a16="http://schemas.microsoft.com/office/drawing/2014/main" id="{808B26CB-35D2-EE93-9C1B-A380C36823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272" y="8291982"/>
            <a:ext cx="1281113" cy="938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1">
            <a:extLst>
              <a:ext uri="{FF2B5EF4-FFF2-40B4-BE49-F238E27FC236}">
                <a16:creationId xmlns:a16="http://schemas.microsoft.com/office/drawing/2014/main" id="{7225E5F4-AAFF-92F9-061E-205D249717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8725" y="5450323"/>
            <a:ext cx="3984625" cy="410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5">
            <a:extLst>
              <a:ext uri="{FF2B5EF4-FFF2-40B4-BE49-F238E27FC236}">
                <a16:creationId xmlns:a16="http://schemas.microsoft.com/office/drawing/2014/main" id="{DA790CEA-5871-4BA8-CF76-49B33AC0DD1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253175" y="347227"/>
            <a:ext cx="4351651" cy="1227138"/>
            <a:chOff x="1721" y="1279"/>
            <a:chExt cx="6852" cy="1933"/>
          </a:xfrm>
        </p:grpSpPr>
        <p:pic>
          <p:nvPicPr>
            <p:cNvPr id="2055" name="Picture 5" descr="A blue and white logo&#10;&#10;Description automatically generated with low confidence">
              <a:extLst>
                <a:ext uri="{FF2B5EF4-FFF2-40B4-BE49-F238E27FC236}">
                  <a16:creationId xmlns:a16="http://schemas.microsoft.com/office/drawing/2014/main" id="{C9BAF9FB-B0B7-EC13-AF28-76CAE06710B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21" y="1321"/>
              <a:ext cx="1957" cy="18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4">
              <a:extLst>
                <a:ext uri="{FF2B5EF4-FFF2-40B4-BE49-F238E27FC236}">
                  <a16:creationId xmlns:a16="http://schemas.microsoft.com/office/drawing/2014/main" id="{842647AB-E1DD-7EC7-C9A5-EC444AF9AF1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13" y="1279"/>
              <a:ext cx="4760" cy="19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A4F4518C-E969-CCCC-029F-F60225BF13C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80273" y="9230195"/>
            <a:ext cx="12811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Foty </a:t>
            </a:r>
            <a:r>
              <a:rPr kumimoji="0" lang="en-AU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Loupos</a:t>
            </a:r>
            <a:r>
              <a:rPr kumimoji="0" lang="en-AU" altLang="en-US" sz="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kumimoji="0" lang="en-AU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PRINCIPAL</a:t>
            </a:r>
            <a:endParaRPr kumimoji="0" lang="en-AU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519F932-4507-C54F-1793-F19F39EE3803}"/>
              </a:ext>
            </a:extLst>
          </p:cNvPr>
          <p:cNvSpPr txBox="1"/>
          <p:nvPr userDrawn="1"/>
        </p:nvSpPr>
        <p:spPr>
          <a:xfrm>
            <a:off x="128532" y="2311250"/>
            <a:ext cx="658441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Arial Nova Light" panose="020B0304020202020204" pitchFamily="34" charset="0"/>
              </a:rPr>
              <a:t>Congratulations</a:t>
            </a:r>
            <a:endParaRPr lang="en-AU" sz="3600" b="1" dirty="0">
              <a:solidFill>
                <a:schemeClr val="tx1"/>
              </a:solidFill>
              <a:latin typeface="Arial Nova Light" panose="020B03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D45C568-8150-04EE-6BD2-C9B206ABC132}"/>
              </a:ext>
            </a:extLst>
          </p:cNvPr>
          <p:cNvSpPr txBox="1"/>
          <p:nvPr userDrawn="1"/>
        </p:nvSpPr>
        <p:spPr>
          <a:xfrm>
            <a:off x="136793" y="4802905"/>
            <a:ext cx="658441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000" b="1" cap="small" baseline="0" dirty="0">
                <a:solidFill>
                  <a:schemeClr val="tx1"/>
                </a:solidFill>
                <a:latin typeface="Arial Nova Light" panose="020B0304020202020204" pitchFamily="34" charset="0"/>
              </a:rPr>
              <a:t>for</a:t>
            </a:r>
            <a:endParaRPr lang="en-AU" sz="2000" b="1" cap="small" baseline="0" dirty="0">
              <a:solidFill>
                <a:schemeClr val="tx1"/>
              </a:solidFill>
              <a:latin typeface="Arial Nova Light" panose="020B03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8097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marR="0" indent="45720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tabLst/>
        <a:defRPr sz="4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Presentation Day Awards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0</Words>
  <Application>Microsoft Office PowerPoint</Application>
  <PresentationFormat>A4 Paper (210x297 mm)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Aptos</vt:lpstr>
      <vt:lpstr>Arial</vt:lpstr>
      <vt:lpstr>Arial Nova Light</vt:lpstr>
      <vt:lpstr>Presentation Day Awards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Kaden Lucas</dc:creator>
  <cp:lastModifiedBy>Kaden Lucas</cp:lastModifiedBy>
  <cp:revision>5</cp:revision>
  <dcterms:created xsi:type="dcterms:W3CDTF">2025-12-09T22:53:35Z</dcterms:created>
  <dcterms:modified xsi:type="dcterms:W3CDTF">2025-12-10T06:35:35Z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603dfd7-d93a-4381-a340-2995d8282205_Enabled">
    <vt:lpwstr>true</vt:lpwstr>
  </property>
  <property fmtid="{D5CDD505-2E9C-101B-9397-08002B2CF9AE}" pid="3" name="MSIP_Label_b603dfd7-d93a-4381-a340-2995d8282205_SetDate">
    <vt:lpwstr>2025-12-09T23:42:52Z</vt:lpwstr>
  </property>
  <property fmtid="{D5CDD505-2E9C-101B-9397-08002B2CF9AE}" pid="4" name="MSIP_Label_b603dfd7-d93a-4381-a340-2995d8282205_Method">
    <vt:lpwstr>Standard</vt:lpwstr>
  </property>
  <property fmtid="{D5CDD505-2E9C-101B-9397-08002B2CF9AE}" pid="5" name="MSIP_Label_b603dfd7-d93a-4381-a340-2995d8282205_Name">
    <vt:lpwstr>OFFICIAL</vt:lpwstr>
  </property>
  <property fmtid="{D5CDD505-2E9C-101B-9397-08002B2CF9AE}" pid="6" name="MSIP_Label_b603dfd7-d93a-4381-a340-2995d8282205_SiteId">
    <vt:lpwstr>05a0e69a-418a-47c1-9c25-9387261bf991</vt:lpwstr>
  </property>
  <property fmtid="{D5CDD505-2E9C-101B-9397-08002B2CF9AE}" pid="7" name="MSIP_Label_b603dfd7-d93a-4381-a340-2995d8282205_ActionId">
    <vt:lpwstr>5942d360-72d5-4d58-833d-ded96f38adc6</vt:lpwstr>
  </property>
  <property fmtid="{D5CDD505-2E9C-101B-9397-08002B2CF9AE}" pid="8" name="MSIP_Label_b603dfd7-d93a-4381-a340-2995d8282205_ContentBits">
    <vt:lpwstr>0</vt:lpwstr>
  </property>
  <property fmtid="{D5CDD505-2E9C-101B-9397-08002B2CF9AE}" pid="9" name="MSIP_Label_b603dfd7-d93a-4381-a340-2995d8282205_Tag">
    <vt:lpwstr>10, 3, 0, 1</vt:lpwstr>
  </property>
</Properties>
</file>